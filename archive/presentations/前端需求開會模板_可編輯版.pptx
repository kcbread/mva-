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前端需求開會模板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36363"/>
                </a:solidFill>
                <a:latin typeface="PingFang TC"/>
              </a:rPr>
              <a:t>可直接修改後拿去和 IT 討論；內容以角色、權限、流程、頁面為主。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766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適用情境：內部系統 / 多角色使用 / 有送審與審核流程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你現在可以先修改角色名稱、權限範圍、狀態名稱與頁面欄位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建議開會順序：角色權限 -&gt; 流程狀態 -&gt; 頁面規則 -&gt; 前後端分工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91640"/>
            <a:ext cx="3474720" cy="201168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會議目標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1. 定義誰可以看、誰可以做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2. 確認流程卡在哪一關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3. 明確前端顯示條件與後端權限檢查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886200"/>
            <a:ext cx="3474720" cy="182880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建議先改的地方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角色名稱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狀態名稱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是否有退回補件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是否保留歷程 / 通知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1. 使用角色與目標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角色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主要任務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資料範圍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備註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建立、修改、送審自己的資料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僅自己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可先暫存為草稿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承辦人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檢查資料完整性、協助追蹤流程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指定範圍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可視實際流程保留或刪除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主管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審核、退回、拒絕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同部門 / 管轄範圍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需定義是否可跨部門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系統管理員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維護、查詢、特殊處理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全部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不一定參與審核流程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5029200"/>
            <a:ext cx="5303520" cy="128016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要先跟 IT 對齊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資料範圍是依人、部門還是職級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主管是否能代理審核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管理員能不能直接改狀態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5029200"/>
            <a:ext cx="5303520" cy="128016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你可直接改成實際名稱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例：申請人 / 審核主管 / 廠長 / IT 管理員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2. 權限矩陣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385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44195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功能/動作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承辦人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主管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系統管理員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補充條件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檢視列表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依資料範圍限制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檢視明細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需有資料權限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新增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修改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僅草稿/退回補件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刪除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僅草稿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送審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草稿/退回補件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審核/退回/拒絕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可協助檢查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可選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拒絕原因建議必填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查看歷程/匯出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可選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依敏感資料決定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PingFang TC"/>
              </a:rPr>
              <a:t>前端控制：按鈕顯示、欄位唯讀、頁面可見性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PingFang TC"/>
              </a:rPr>
              <a:t>後端控制：API 權限、資料範圍、狀態是否允許操作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PingFang TC"/>
              </a:rPr>
              <a:t>會議上要直接問 IT：哪些規則只在前端擋、哪些一定要後端再驗一次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3. 流程與狀態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920240" cy="128016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365D"/>
                </a:solidFill>
                <a:latin typeface="PingFang TC"/>
              </a:rPr>
              <a:t>草稿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PingFang TC"/>
              </a:rPr>
              <a:t>建立者可修改、刪除、送審</a:t>
            </a:r>
          </a:p>
        </p:txBody>
      </p:sp>
      <p:sp>
        <p:nvSpPr>
          <p:cNvPr id="5" name="Chevron 4"/>
          <p:cNvSpPr/>
          <p:nvPr/>
        </p:nvSpPr>
        <p:spPr>
          <a:xfrm>
            <a:off x="2633472" y="2240280"/>
            <a:ext cx="411480" cy="45720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1920240"/>
            <a:ext cx="1920240" cy="1280160"/>
          </a:xfrm>
          <a:prstGeom prst="roundRect">
            <a:avLst/>
          </a:prstGeom>
          <a:solidFill>
            <a:srgbClr val="EEF6F0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365D"/>
                </a:solidFill>
                <a:latin typeface="PingFang TC"/>
              </a:rPr>
              <a:t>已送出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PingFang TC"/>
              </a:rPr>
              <a:t>等待主管或指定角色審核</a:t>
            </a:r>
          </a:p>
        </p:txBody>
      </p:sp>
      <p:sp>
        <p:nvSpPr>
          <p:cNvPr id="7" name="Chevron 6"/>
          <p:cNvSpPr/>
          <p:nvPr/>
        </p:nvSpPr>
        <p:spPr>
          <a:xfrm>
            <a:off x="4873752" y="2240280"/>
            <a:ext cx="411480" cy="45720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920240"/>
            <a:ext cx="1920240" cy="128016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365D"/>
                </a:solidFill>
                <a:latin typeface="PingFang TC"/>
              </a:rPr>
              <a:t>退回補件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PingFang TC"/>
              </a:rPr>
              <a:t>建立者補件後再次送審</a:t>
            </a:r>
          </a:p>
        </p:txBody>
      </p:sp>
      <p:sp>
        <p:nvSpPr>
          <p:cNvPr id="9" name="Chevron 8"/>
          <p:cNvSpPr/>
          <p:nvPr/>
        </p:nvSpPr>
        <p:spPr>
          <a:xfrm>
            <a:off x="7114032" y="2240280"/>
            <a:ext cx="411480" cy="45720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1920240"/>
            <a:ext cx="1920240" cy="1280160"/>
          </a:xfrm>
          <a:prstGeom prst="roundRect">
            <a:avLst/>
          </a:prstGeom>
          <a:solidFill>
            <a:srgbClr val="EEF6F0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365D"/>
                </a:solidFill>
                <a:latin typeface="PingFang TC"/>
              </a:rPr>
              <a:t>已通過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PingFang TC"/>
              </a:rPr>
              <a:t>流程完成，可唯讀查詢</a:t>
            </a:r>
          </a:p>
        </p:txBody>
      </p:sp>
      <p:sp>
        <p:nvSpPr>
          <p:cNvPr id="11" name="Chevron 10"/>
          <p:cNvSpPr/>
          <p:nvPr/>
        </p:nvSpPr>
        <p:spPr>
          <a:xfrm>
            <a:off x="9354312" y="2240280"/>
            <a:ext cx="411480" cy="457200"/>
          </a:xfrm>
          <a:prstGeom prst="chevron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920240"/>
            <a:ext cx="1920240" cy="128016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1B365D"/>
                </a:solidFill>
                <a:latin typeface="PingFang TC"/>
              </a:rPr>
              <a:t>已拒絕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PingFang TC"/>
              </a:rPr>
              <a:t>流程結束，是否可重送需先定義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31920"/>
            <a:ext cx="4023360" cy="164592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一定要先定義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是否可跳關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退回後能不能修改全部欄位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拒絕後能不能複製重建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每一關要不要發通知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931920"/>
            <a:ext cx="2834640" cy="164592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狀態欄位建議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畫面顯示名稱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系統代碼值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可執行動作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下一狀態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31920"/>
            <a:ext cx="3200400" cy="164592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和 IT 確認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狀態流轉由前端送參數，還是後端判定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流程是否未來可能擴充成多關審核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4. 前端需求規格書骨架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功能基本資訊：功能名稱、需求窗口、版本、使用角色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功能目的：要解決什麼問題、成功條件是什麼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頁面清單：列表頁、明細頁、新增/編輯頁、審核頁、歷程頁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欄位規格：欄位型態、是否必填、驗證規則、預設值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互動規則：按鈕顯示條件、狀態切換、錯誤提示、空畫面處理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通知與歷程：送審後通知誰、退回/拒絕是否寄信、是否保留操作紀錄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474720" cy="155448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這頁用途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拿來和 IT 對文件架構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避免會議只看 Axure 畫面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讓前後端知道規則寫在哪裡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657600"/>
            <a:ext cx="3474720" cy="155448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建議文件拆法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A. 規格書主文件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B. 權限矩陣 Excel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C. Axure 畫面註記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5. 角色權限表 Excel 欄位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模組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頁面/功能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動作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角色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資料範圍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狀態限制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備註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列表頁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檢視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明細頁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修改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草稿/退回補件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明細頁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刪除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草稿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明細頁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送審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自己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草稿/退回補件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審核頁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主管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部門/管轄範圍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已送出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審核頁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退回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主管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部門/管轄範圍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已送出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退回意見可選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審核頁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拒絕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主管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部門/管轄範圍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已送出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拒絕原因必填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PingFang TC"/>
              </a:rPr>
              <a:t>可再加欄位：是否顯示按鈕、是否可編輯、是否需後端再次驗證、是否可匯出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62626"/>
                </a:solidFill>
                <a:latin typeface="PingFang TC"/>
              </a:rPr>
              <a:t>如果角色很多，建議拆 3 張表：角色清單 / 權限矩陣 / 狀態流轉表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6. Axure 每頁要註記什麼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註記項目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要寫什麼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範例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使用角色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誰可以進來此頁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一般使用者 / 主管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頁面目的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這頁要完成什麼事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查看申請內容與目前狀態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欄位規則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必填、唯讀、格式限制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申請原因必填，最多 500 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按鈕條件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誰可見、何時可按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送審僅草稿時顯示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狀態變化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按下後變成什麼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送審後改為已送出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例外處理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權限不足、資料衝突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資料已更新時提示重新整理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303520"/>
            <a:ext cx="420624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Axure 不是只畫版面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IT 真正在意的是：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顯示條件、驗證規則、例外情境、狀態切換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5303520"/>
            <a:ext cx="274320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最容易漏掉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列表資料範圍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退回後哪些欄位能改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拒絕是否可重送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303520"/>
            <a:ext cx="265176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CD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365D"/>
                </a:solidFill>
                <a:latin typeface="PingFang TC"/>
              </a:rPr>
              <a:t>會議時直接問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62626"/>
                </a:solidFill>
                <a:latin typeface="PingFang TC"/>
              </a:rPr>
              <a:t>這些規則要放在哪一層實作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7. 和 IT 開需求的提問清單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角色很多時，權限是寫死在系統，還是可以後台設定？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前端按鈕顯示規則由哪個欄位判斷？是否會由 API 一起回傳？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後端要怎麼驗證資料範圍，例如只能看自己、同部門或全部？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流程未來會不會擴充成多關審核？現在的資料表與 API 是否要先留彈性？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退回、拒絕、通過後，要不要發站內通知或 Email？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是否需要完整操作紀錄與審核歷程？誰可以看？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62626"/>
                </a:solidFill>
                <a:latin typeface="PingFang TC"/>
              </a:rPr>
              <a:t>如果兩個人同時修改同一筆資料，要怎麼處理衝突？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65D"/>
                </a:solidFill>
                <a:latin typeface="PingFang TC"/>
              </a:rPr>
              <a:t>8. 會議結論頁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607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項目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待確認內容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負責人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TC"/>
                        </a:rPr>
                        <a:t>備註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角色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最終角色清單與資料範圍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哪些按鈕 / API 要做權限控管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流程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狀態名稱、流轉規則、是否多關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畫面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Axure 待補標註頁面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時程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PingFang TC"/>
                        </a:rPr>
                        <a:t>誰先出規格、誰先切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PingFang TC"/>
              </a:rPr>
              <a:t>這頁留給你開會後直接補結論，能避免會後又回頭重整一遍。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