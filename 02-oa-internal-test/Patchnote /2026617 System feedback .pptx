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1675"/>
  <p:notesSz cx="6858000" cy="12191675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PzFE+5A6Z/vDZvMYUnZAZ+62bF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7" name="Steven Yan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7T02:18:08.541">
    <p:pos x="406" y="2278"/>
    <p:text>will removed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vnEazI"/>
      </p:ext>
    </p:extLst>
  </p:cm>
  <p:cm authorId="0" idx="2" dt="2026-06-17T02:19:09.305">
    <p:pos x="2394" y="3259"/>
    <p:text>Purchasing process status –Pending/Done of bidding/Budget/ PR /PO/shipping. right here this is current pending status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vrTjXw"/>
      </p:ext>
    </p:extLst>
  </p:cm>
  <p:cm authorId="0" idx="3" dt="2026-06-17T02:19:34.732">
    <p:pos x="2920" y="1653"/>
    <p:text>Assigned to Giang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vrTjX4"/>
      </p:ext>
    </p:extLst>
  </p:cm>
  <p:cm authorId="0" idx="4" dt="2026-06-17T02:20:42.679">
    <p:pos x="432" y="2059"/>
    <p:text>project filter right here , item I will make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vrTjX8"/>
      </p:ext>
    </p:extLst>
  </p:cm>
  <p:cm authorId="0" idx="5" dt="2026-06-17T02:23:59.534">
    <p:pos x="2131" y="1553"/>
    <p:text>Can export excel file for total requests/ filter requests 
Steven : You mean after you custom the filter you want to export as CSV 
Such as : 
IPC A++ : pending at which project 
P26 line 1 : total pending items 
Let me know I will see if possible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vriA6Q"/>
      </p:ext>
    </p:extLst>
  </p:cm>
  <p:cm authorId="0" idx="6" dt="2026-06-17T02:26:13.591">
    <p:pos x="454" y="1336"/>
    <p:text>Will be removed , this is for gather feedback on prototype only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vriA6U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6-17T02:33:29.451">
    <p:pos x="3302" y="2437"/>
    <p:text>directly assign 
-&gt;Yes , this is for you to adjust only , current role are 
P26 : Linh
Other : Giang 
System didnt finalize , I will make adjust again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9vriA6c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2.xml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66928" y="786384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OM Leader QA Demo Flow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85216" y="141732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How to simulate Requester input, verify OM Leader controls, switch to OM Purchasing for data entry, and send practical suggestions.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94360" y="2212848"/>
            <a:ext cx="3657600" cy="192024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95528" y="2395728"/>
            <a:ext cx="3255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Audience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32104" y="2743200"/>
            <a:ext cx="32004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QA owner: OM Leader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Use role switching to simulate Requester, OM Leader, and OM Purchasing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OM Leader verifies flow and permissions; OM Purchasing enters OM data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480560" y="2212848"/>
            <a:ext cx="3657600" cy="1920240"/>
          </a:xfrm>
          <a:prstGeom prst="roundRect">
            <a:avLst>
              <a:gd fmla="val 1905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681728" y="2395728"/>
            <a:ext cx="32552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718304" y="2743200"/>
            <a:ext cx="32004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Screenshots are from the local prototype demo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This deck is a simple operation guide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Do not treat screenshot-only review as full accessibility or backend validation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5-om-leader-submission-dashboard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66760" y="1234440"/>
            <a:ext cx="3383280" cy="2258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Users/kai-chenyang/Desktop/桌面 - Kai-chen的MacBook Pro/Codex/資料庫建置/outputs/manual-20260612-om-leader-qa/presentations/om-leader-qa-flow/assets/03-requester-add-item-popup.png" id="26" name="Google Shape;2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6760" y="3657600"/>
            <a:ext cx="3383280" cy="225856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QA rehearsal path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94360" y="1261872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40664" y="1463040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1F8A5B"/>
          </a:solidFill>
          <a:ln cap="flat" cmpd="sng" w="127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13816" y="1536192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197864" y="146304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Choose role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97864" y="1792224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Start from the login role selector.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383280" y="1261872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29584" y="1463040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1F8A5B"/>
          </a:solidFill>
          <a:ln cap="flat" cmpd="sng" w="127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02736" y="1536192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986784" y="146304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Requester input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986784" y="1792224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Add item and enter need date / quantity context.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72200" y="1261872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318504" y="1463040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1F8A5B"/>
          </a:solidFill>
          <a:ln cap="flat" cmpd="sng" w="127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391656" y="1536192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775704" y="146304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Submit / observe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775704" y="1792224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Check whether the next action is clear.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961120" y="1261872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9107424" y="1463040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9180576" y="1536192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564624" y="146304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OM Leader review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564624" y="1792224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Open OM dashboard and validate scope.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94360" y="3108960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740664" y="3310128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813816" y="3383280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97864" y="3310128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OM Leader controls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1197864" y="3639312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Assign rows and monitor risks; do not enter quote data.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383280" y="3108960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529584" y="3310128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3602736" y="3383280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3986784" y="3310128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OM Purchasing input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986784" y="3639312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Enter PAS demand, quote result, and export package data.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172200" y="3108960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318504" y="3310128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6391656" y="3383280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775704" y="3310128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Feedback review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6775704" y="3639312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Record issues or suggestions with owner/status.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961120" y="3108960"/>
            <a:ext cx="2487168" cy="1261872"/>
          </a:xfrm>
          <a:prstGeom prst="roundRect">
            <a:avLst>
              <a:gd fmla="val 2899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9107424" y="3310128"/>
            <a:ext cx="384048" cy="310896"/>
          </a:xfrm>
          <a:prstGeom prst="roundRect">
            <a:avLst>
              <a:gd fmla="val 14706" name="adj"/>
            </a:avLst>
          </a:prstGeom>
          <a:solidFill>
            <a:srgbClr val="B7791F"/>
          </a:solidFill>
          <a:ln cap="flat" cmpd="sng" w="12700">
            <a:solidFill>
              <a:srgbClr val="B7791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9180576" y="3383280"/>
            <a:ext cx="237744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564624" y="3310128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Decision follow-up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9564624" y="3639312"/>
            <a:ext cx="1664208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Confirm whether a rule or UI change is needed.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594360" y="5102352"/>
            <a:ext cx="10972800" cy="987552"/>
          </a:xfrm>
          <a:prstGeom prst="roundRect">
            <a:avLst>
              <a:gd fmla="val 3704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795528" y="5285232"/>
            <a:ext cx="10570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Boundary to remember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832104" y="5632704"/>
            <a:ext cx="10515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 QA owner may simulate Requester input, but OM Leader is not the business approver.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OM Leader can see all OM rows and manage assignment, exchange rate utility, risk review, and feedback triage.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PAS demand numbers, quote result fields, and export package data belong to OM Purchasing.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2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1: choose the role for each test pass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 owner: OM Leader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1-login-role-selection.png" id="90" name="Google Shape;9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Start from role selection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First choose Requester for input simulation.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Then switch to OM Leader for controls.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Switch to OM Purchasing for data-entry steps.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Role names are understandable.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It is clear that one QA person can test multiple roles.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is role switching clear enough for UAT?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3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2: simulate Requester input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1F8A5B"/>
          </a:solidFill>
          <a:ln cap="flat" cmpd="sng" w="127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Simulated role: Requester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2-requester-workspace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Open Request Worksheet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Select project and line context.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Review MFG / Non-MFG mode before entering data.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 input table explains where quantity belongs.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Requester fields do not expose internal OM/vendor data.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which field labels confuse requesters?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4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3: add an item/spec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1F8A5B"/>
          </a:solidFill>
          <a:ln cap="flat" cmpd="sng" w="127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Simulated role: Requester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3-requester-add-item-popup.png" id="136" name="Google Shape;13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 Add Item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Search or pick the item.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Use Detail if the spec needs confirmation.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 list is searchable and readable.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 selected item/spec is specific enough for downstream OM work.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what item naming or spec info is missing?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5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4: prepare the requester submission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1F8A5B"/>
          </a:solidFill>
          <a:ln cap="flat" cmpd="sng" w="127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Simulated role: Requester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4-requester-submit-area.png" id="159" name="Google Shape;1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Need date and submit area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Enter need date.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Check the submit note before sending.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 submit button is easy to find.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Missing quantity or date guidance is visible before submit.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what validation message would help before submission?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6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5: review OM Leader dashboard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role: OM Leader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5-om-leader-submission-dashboard.png" id="182" name="Google Shape;18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Open Submission Dashboard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Logout/login as OM Leader.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Review summary, risk cards, pending owner, and filters.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Mai can see all OM rows.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Dashboard separates tracking from business approval.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what risk or owner filter should be added?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38912" y="6510528"/>
            <a:ext cx="68580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7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800750" y="5173850"/>
            <a:ext cx="766200" cy="484500"/>
          </a:xfrm>
          <a:prstGeom prst="rect">
            <a:avLst/>
          </a:prstGeom>
          <a:noFill/>
          <a:ln cap="flat" cmpd="sng" w="381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45550" y="3616533"/>
            <a:ext cx="6963600" cy="790800"/>
          </a:xfrm>
          <a:prstGeom prst="rect">
            <a:avLst/>
          </a:prstGeom>
          <a:noFill/>
          <a:ln cap="flat" cmpd="sng" w="381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35900" y="2625550"/>
            <a:ext cx="2897400" cy="484500"/>
          </a:xfrm>
          <a:prstGeom prst="rect">
            <a:avLst/>
          </a:prstGeom>
          <a:noFill/>
          <a:ln cap="flat" cmpd="sng" w="381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85800" y="3268954"/>
            <a:ext cx="6858000" cy="320100"/>
          </a:xfrm>
          <a:prstGeom prst="rect">
            <a:avLst/>
          </a:prstGeom>
          <a:noFill/>
          <a:ln cap="flat" cmpd="sng" w="381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383475" y="2466025"/>
            <a:ext cx="720600" cy="201300"/>
          </a:xfrm>
          <a:prstGeom prst="rect">
            <a:avLst/>
          </a:prstGeom>
          <a:noFill/>
          <a:ln cap="flat" cmpd="sng" w="381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20855" y="2122244"/>
            <a:ext cx="6858000" cy="320100"/>
          </a:xfrm>
          <a:prstGeom prst="rect">
            <a:avLst/>
          </a:prstGeom>
          <a:noFill/>
          <a:ln cap="flat" cmpd="sng" w="381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6: assign OM rows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role: OM Leader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6-om-leader-assignment-control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Assign / reassign owner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Open PAS Demand No tab.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Use Assigned To to choose Giang or Linh.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Assignment control is visible only for OM Leader.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CPD-IEP Owner is not confused with OM assignee.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should auto-assignment explanation be clearer?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8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242125" y="3869575"/>
            <a:ext cx="857400" cy="484500"/>
          </a:xfrm>
          <a:prstGeom prst="rect">
            <a:avLst/>
          </a:prstGeom>
          <a:noFill/>
          <a:ln cap="flat" cmpd="sng" w="38100">
            <a:solidFill>
              <a:srgbClr val="1F8A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7: confirm assignment result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role: OM Leader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7-om-leader-after-assign.png" id="235" name="Google Shape;23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Check assigned state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Confirm the row now shows the intended OM Purchasing owner.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Stop here for OM Leader; do not enter PAS or quote row data.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Assigned owner persists during the local session.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Next action still points to the correct OM Purchasing work.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should assignment changes need a note or reason?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9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8: maintain exchange rate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role: OM Leader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8-om-leader-exchange-rate.png"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Update USD/VND rate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Set month and rate.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Save rate for current calculation context.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Only Mai/Admin should edit exchange rate utility.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This is separate from PAS / quote / export row data entry.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should rate history or last updated by be more visible?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10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9: monitor quote expiry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role: OM Leader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09-om-leader-quote-expiry.png" id="281" name="Google Shape;2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Open Quote Expiry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Filter by project, status, or assignee.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Review expiring / missing quote validity.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Expired and missing valid-until rows are easy to distinguish.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Next action is concrete enough for follow-up.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what reminder threshold should OM use?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11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10: switch to OM Purchasing for data entry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data-entry role: OM Purchasing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11-om-purchasing-workspace.png" id="304" name="Google Shape;3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Login as OM Purchasing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Logout from OM Leader.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Login as OM Purchasing, e.g. Giang.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Confirm the page shows assigned work scope.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OM Purchasing sees assigned rows, not OM Leader assignment controls.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Tabs use My Intake / My Quotes / My Exports language.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2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is the handoff from Leader to Purchasing clear?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12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11: OM Purchasing enters PAS demand data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data-entry role: OM Purchasing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12-om-purchasing-pas-demand-no.png" id="327" name="Google Shape;3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3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My Intake / PAS Demand No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Open PAS Demand No / My Intake.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Enter or update PAS demand number when the row is ready.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3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Only assigned OM Purchasing work is actionable.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 row still shows who assigned it and the current next step.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which PAS demand fields need clearer validation?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13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12: OM Purchasing enters quote result data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data-entry role: OM Purchasing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13-om-purchasing-quote-result-input.png" id="350" name="Google Shape;35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4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My Quotes / PAS Quote Result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Open PAS Quote Result / My Quotes.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Fill quote-related data such as material, vendor, price, currency, date, and files.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Quote input fields are editable for OM Purchasing.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Missing fields and completion status are easy to understand.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4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which quote fields should be required before export?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14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5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13: OM Purchasing prepares export package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data-entry role: OM Purchasing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14-om-purchasing-export-package.png" id="373" name="Google Shape;3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5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My Exports / Export Package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Open Export Package / My Exports.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Review rows ready for package/export and buyer handoff.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Export readiness is visible.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The package owner and buyer handoff context are clear.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what package checklist is missing before buyer handoff?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15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6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6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Step 14: review and send suggestions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8851392" y="457200"/>
            <a:ext cx="2697480" cy="310896"/>
          </a:xfrm>
          <a:prstGeom prst="roundRect">
            <a:avLst>
              <a:gd fmla="val 14706" name="adj"/>
            </a:avLst>
          </a:prstGeom>
          <a:solidFill>
            <a:srgbClr val="0F6EA8"/>
          </a:solidFill>
          <a:ln cap="flat" cmpd="sng" w="12700">
            <a:solidFill>
              <a:srgbClr val="0F6E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8924544" y="530352"/>
            <a:ext cx="2551176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role: OM Leader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Users/kai-chenyang/Desktop/桌面 - Kai-chen的MacBook Pro/Codex/資料庫建置/outputs/manual-20260612-om-leader-qa/presentations/om-leader-qa-flow/assets/10-om-leader-feedback-review.png" id="396" name="Google Shape;3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97280"/>
            <a:ext cx="7315200" cy="488289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6"/>
          <p:cNvSpPr/>
          <p:nvPr/>
        </p:nvSpPr>
        <p:spPr>
          <a:xfrm>
            <a:off x="457200" y="1097280"/>
            <a:ext cx="7315200" cy="4882896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8065008" y="112471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 UAT Feedback Review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8001000" y="1572768"/>
            <a:ext cx="3703320" cy="1417320"/>
          </a:xfrm>
          <a:prstGeom prst="roundRect">
            <a:avLst>
              <a:gd fmla="val 2581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8202168" y="175564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do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8238744" y="2103120"/>
            <a:ext cx="32461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Return to OM Leader if feedback triage is needed.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Record issue, owner, severity, and suggestion.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6"/>
          <p:cNvSpPr/>
          <p:nvPr/>
        </p:nvSpPr>
        <p:spPr>
          <a:xfrm>
            <a:off x="8001000" y="3182112"/>
            <a:ext cx="3703320" cy="1353312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6"/>
          <p:cNvSpPr/>
          <p:nvPr/>
        </p:nvSpPr>
        <p:spPr>
          <a:xfrm>
            <a:off x="8202168" y="3364992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What to check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8238744" y="3712464"/>
            <a:ext cx="3246120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Feedback status and owner are visible.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Empty state is understandable when no feedback exists.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8001000" y="4727448"/>
            <a:ext cx="3703320" cy="1143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8202168" y="4910328"/>
            <a:ext cx="33009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Suggestion prompt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8238744" y="5257800"/>
            <a:ext cx="3246120" cy="48463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Ask: should suggestions be grouped by page, role, or severity?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16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3859"/>
          </a:solidFill>
          <a:ln cap="flat" cmpd="sng" w="12700">
            <a:solidFill>
              <a:srgbClr val="0E38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438912" y="219456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6EA8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F6EA8"/>
                </a:solidFill>
                <a:latin typeface="Arial"/>
                <a:ea typeface="Arial"/>
                <a:cs typeface="Arial"/>
                <a:sym typeface="Arial"/>
              </a:rPr>
              <a:t>OM LEADER QA DEMO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38912" y="475488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2200"/>
              <a:buFont typeface="Play"/>
              <a:buNone/>
            </a:pPr>
            <a:r>
              <a:rPr b="1" i="0" lang="en-US" sz="2200" u="none" cap="none" strike="noStrike">
                <a:solidFill>
                  <a:srgbClr val="1F2933"/>
                </a:solidFill>
                <a:latin typeface="Play"/>
                <a:ea typeface="Play"/>
                <a:cs typeface="Play"/>
                <a:sym typeface="Play"/>
              </a:rPr>
              <a:t>Suggestion template for OM Leader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594360" y="1207008"/>
            <a:ext cx="5303520" cy="3977640"/>
          </a:xfrm>
          <a:prstGeom prst="roundRect">
            <a:avLst>
              <a:gd fmla="val 920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795528" y="1389888"/>
            <a:ext cx="490118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Use this format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832104" y="1737360"/>
            <a:ext cx="4846320" cy="3319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Role simulated: Requester / OM Leader / OM Purchasing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Step and screen: e.g., Step 12 - PAS Quote Result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What happened: one sentence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Expected behavior: one sentence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Business impact: unclear owner, missing data, wrong calculation, or usability issue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Suggested change: keep it concrete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172200" y="1207008"/>
            <a:ext cx="5349240" cy="1691640"/>
          </a:xfrm>
          <a:prstGeom prst="roundRect">
            <a:avLst>
              <a:gd fmla="val 2162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6373368" y="1389888"/>
            <a:ext cx="4946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Priority guide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6409944" y="1737360"/>
            <a:ext cx="4892040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High: blocks requester input, OM assignment, OM Purchasing data entry, export, or approval handoff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Medium: confusing but workaround exists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Low: wording, spacing, or convenience improvement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6172200" y="3246120"/>
            <a:ext cx="5349240" cy="1938528"/>
          </a:xfrm>
          <a:prstGeom prst="roundRect">
            <a:avLst>
              <a:gd fmla="val 1887" name="adj"/>
            </a:avLst>
          </a:prstGeom>
          <a:solidFill>
            <a:srgbClr val="FFFFFF"/>
          </a:solidFill>
          <a:ln cap="flat" cmpd="sng" w="10150">
            <a:solidFill>
              <a:srgbClr val="C7D7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6373368" y="3429000"/>
            <a:ext cx="4946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Evidence to attach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6409944" y="3776472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Screenshot filename or screen name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Role used during the test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Project / item / row if relevant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930"/>
              <a:buFont typeface="Arial"/>
              <a:buNone/>
            </a:pPr>
            <a:r>
              <a:rPr b="0" i="0" lang="en-US" sz="930" u="none" cap="none" strike="noStrike">
                <a:solidFill>
                  <a:srgbClr val="1F2933"/>
                </a:solidFill>
                <a:latin typeface="Arial"/>
                <a:ea typeface="Arial"/>
                <a:cs typeface="Arial"/>
                <a:sym typeface="Arial"/>
              </a:rPr>
              <a:t>• Whether the issue is repeatable</a:t>
            </a:r>
            <a:endParaRPr b="0" i="0" sz="9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438912" y="6510528"/>
            <a:ext cx="6858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879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FIH Equipment Management Handoff System  |  QA rehearsal  |  17</a:t>
            </a:r>
            <a:endParaRPr b="0" i="0" sz="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2026-06-12T03:00:16Z</dcterms:created>
  <dc:creator>Codex</dc:creator>
</cp:coreProperties>
</file>